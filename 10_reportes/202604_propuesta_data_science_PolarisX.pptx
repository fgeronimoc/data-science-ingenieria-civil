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Precipitación (mm)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98-442F-9DD0-01365910860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598-442F-9DD0-013659108609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98-442F-9DD0-01365910860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598-442F-9DD0-013659108609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598-442F-9DD0-013659108609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598-442F-9DD0-013659108609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598-442F-9DD0-013659108609}"/>
              </c:ext>
            </c:extLst>
          </c:dPt>
          <c:dPt>
            <c:idx val="7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598-442F-9DD0-013659108609}"/>
              </c:ext>
            </c:extLst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598-442F-9DD0-013659108609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9598-442F-9DD0-013659108609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9598-442F-9DD0-013659108609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9598-442F-9DD0-0136591086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</c:v>
                </c:pt>
                <c:pt idx="1">
                  <c:v>120</c:v>
                </c:pt>
                <c:pt idx="2">
                  <c:v>135</c:v>
                </c:pt>
                <c:pt idx="3">
                  <c:v>95</c:v>
                </c:pt>
                <c:pt idx="4">
                  <c:v>45</c:v>
                </c:pt>
                <c:pt idx="5">
                  <c:v>15</c:v>
                </c:pt>
                <c:pt idx="6">
                  <c:v>8</c:v>
                </c:pt>
                <c:pt idx="7">
                  <c:v>10</c:v>
                </c:pt>
                <c:pt idx="8">
                  <c:v>25</c:v>
                </c:pt>
                <c:pt idx="9">
                  <c:v>55</c:v>
                </c:pt>
                <c:pt idx="10">
                  <c:v>70</c:v>
                </c:pt>
                <c:pt idx="11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9598-442F-9DD0-0136591086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36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aplicado a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Civil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 Geoespacial — Proyecto Sauco, La Libertad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45720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65760" y="46817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|  Preparado por: Fernando Geronimo Ccoillor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no cuantificado tiene un costo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de infraestructura en zonas andinas, el clima y el terreno son variables críticas que hoy se gestionan sin datos.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días/año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Paralizaciones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lluvia en obra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56032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3832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alerta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temprana en la empresa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560320" cy="7315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621792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21792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926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actual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riesgo climático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pudiéramos anticipar estos riesgos con datos, antes de que ocurran?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ya existe. En Perú, aún no.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Constructoras en el mundo ya aplican data science con resultados medibles: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Reino Unido  |  nPlan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sobre cronogramas históricos. Reduce desviaciones de plazo hasta 30%.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73152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937760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EE.UU.  |  Smartvid.io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para EPPs en obra. Detecta riesgos en tiempo real.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73152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0080" y="3081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Japon  |  Komatsu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+ fotogrametria para movimiento de tierras. Volumenes automaticos.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73152" cy="13716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937760" y="3081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Singapur  |  BCA Smart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para fiscalizacion de avance de obras publicas remotamente.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Perú el campo está vacío. Las herramientas son gratuitas. Los datos públicos existen. La oportunidad es ahora.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aplicado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Sauco — Salpo, La Libertad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36576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023360" cy="64008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594360" y="15636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Libertad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4023360" cy="64008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4983480" y="156362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83480" y="1810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Otuzco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64008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94360" y="2340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Salpo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4023360" cy="64008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4983480" y="234086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2587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-8.018, -78.568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23360" cy="64008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594360" y="31181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~3,180 m.s.n.m.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64008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983480" y="311810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SÍSMICA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(Z = 0.35)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realizado con datos públicos gratuitos: CENEPRED · IGN · SENAMHI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encontramos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926080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566160" y="868680"/>
            <a:ext cx="1691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3566160" y="868680"/>
            <a:ext cx="16916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3611880" y="1005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11880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peligro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2km del proyecto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868680"/>
            <a:ext cx="1691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5394960" y="868680"/>
            <a:ext cx="16916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5440680" y="1005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Nov–Abr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 crítica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meses de riesgo)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868680"/>
            <a:ext cx="16916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7223760" y="868680"/>
            <a:ext cx="169164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269480" y="100584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135mm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69480" y="16459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 pico en Marzo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(umbral crítico: 80mm)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Precipitación mensual histórica — Estación Otuzco (SENAMHI)</a:t>
            </a:r>
            <a:endParaRPr lang="en-US" sz="11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457200" y="3108960"/>
          <a:ext cx="82296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directo en decisiones de diseño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riesgo es un insumo técnico directo para el expediente de diseño de PolarisX: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Cimentacion y estructura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470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sismica 3 (Z=0.35) + terreno con susceptibilidad muy alta a deslizamientos — especificaciones de cimentacion mas robustas requeridas.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8920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drenaje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8470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meses de temporada de lluvias con pico de 135mm en Marzo — diseno de cunetas, alcantarillas y canales de evacuacion critico.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39319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obra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472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de movimiento de tierras y vaciados deben evitar Nov-Abr. El analisis permite reprogramar antes de iniciar obra.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393192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riesgo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4472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zonas de riesgo Muy Alto en 2km del proyecto — plan de contingencia y protocolos de evacuacion deben estar en expediente tecnico.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2 meses — costo: S/. 0 en software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necesitamos de PolarisX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Acceso a cronograma de obra de Sauco (MS Project o Excel)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548640" y="2715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Partes diarios de los últimos 3 meses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74136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48640" y="34198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Coordenadas exactas de los frentes de trabajo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78224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548640" y="41239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30 minutos con el residente de obra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entregamos en 2 meses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965960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89204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Mapa de riesgo validado con datos CENEPRED oficiales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670048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892040" y="2715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Pronóstico climático mensual con alerta de días críticos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374136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892040" y="3419856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en línea accesible desde celular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4078224"/>
            <a:ext cx="3931920" cy="594360"/>
          </a:xfrm>
          <a:prstGeom prst="rect">
            <a:avLst/>
          </a:prstGeom>
          <a:solidFill>
            <a:srgbClr val="162D47"/>
          </a:solidFill>
          <a:ln w="12700">
            <a:solidFill>
              <a:srgbClr val="1E3F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4892040" y="412394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Informe de riesgo listo para el expediente técnico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medimos el éxito del piloto?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concretas y medibles al finalizar los 2 meses: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 piloto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obra perdidos por lluvia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20%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54864" cy="594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594360" y="26060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Anticipación a lluvia crítica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días (reactivo)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días de aviso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54864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generar informe de avance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 manual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automático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54864" cy="5943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594360" y="39776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 en expediente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3977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y validado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pregunta: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¿Arrancamos el piloto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 Sauco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próximo mes?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3749040"/>
            <a:ext cx="36576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365760" y="3886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Geronimo Ccoillor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aplicado a Ingeniería Civil  |  github.com/fgeronimoc/data-science-ingenieria-civil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182880" y="46817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Python · Folium · GeoPandas · SENAMHI · CENEPRED · IGN  |  Costo en software: S/.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664</Words>
  <Application>Microsoft Office PowerPoint</Application>
  <PresentationFormat>Presentación en pantalla (16:9)</PresentationFormat>
  <Paragraphs>117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en Ingeniería Civil — PolarisX</dc:title>
  <dc:subject>PptxGenJS Presentation</dc:subject>
  <dc:creator>PptxGenJS</dc:creator>
  <cp:lastModifiedBy>FERNANDO GERONIMO CCOILLOR</cp:lastModifiedBy>
  <cp:revision>3</cp:revision>
  <dcterms:created xsi:type="dcterms:W3CDTF">2026-04-26T23:19:01Z</dcterms:created>
  <dcterms:modified xsi:type="dcterms:W3CDTF">2026-04-26T23:22:48Z</dcterms:modified>
</cp:coreProperties>
</file>